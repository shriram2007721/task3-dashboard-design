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Superstore Sales &amp; Profit Dashboard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Interactive Dashboard Design — Data Analyst Internship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Power BI Desktop  |  Dataset: Sample Superstore (Kaggle)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00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 sales &amp; financial dashboard that helps business stakeholders quickly understand revenue, profitability, and regional performance trends.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0690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— data modeling &amp; visualization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Editor — data cleaning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— calculated measures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2160" y="137160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26480" y="1600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26480" y="205740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Superstore dataset (Kaggle) — 4 years of US retail orders covering Sales, Profit, Discount, Region, Category, and Customer Segment.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Steps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26480" y="38862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Order Date / Ship Date locale (DD-MM-YYYY)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rows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column data types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unused columns (Row ID)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5486400"/>
          </a:xfrm>
          <a:prstGeom prst="roundRect">
            <a:avLst>
              <a:gd name="adj" fmla="val 83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pic>
        <p:nvPicPr>
          <p:cNvPr id="4" name="Image 0" descr="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188720"/>
            <a:ext cx="10789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286000" cy="2103120"/>
          </a:xfrm>
          <a:prstGeom prst="roundRect">
            <a:avLst>
              <a:gd name="adj" fmla="val 3478"/>
            </a:avLst>
          </a:prstGeom>
          <a:solidFill>
            <a:srgbClr val="2C5F2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2.30M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across all regions over the 4-year period.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0" y="1371600"/>
            <a:ext cx="2286000" cy="2103120"/>
          </a:xfrm>
          <a:prstGeom prst="roundRect">
            <a:avLst>
              <a:gd name="adj" fmla="val 3478"/>
            </a:avLst>
          </a:prstGeom>
          <a:solidFill>
            <a:srgbClr val="97BC6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286.4K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37560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26060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Yields an overall profit margin of 12%.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52160" y="1371600"/>
            <a:ext cx="2286000" cy="2103120"/>
          </a:xfrm>
          <a:prstGeom prst="roundRect">
            <a:avLst>
              <a:gd name="adj" fmla="val 3478"/>
            </a:avLst>
          </a:prstGeom>
          <a:solidFill>
            <a:srgbClr val="2C5F2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89320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989320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89320" y="26060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profit contributor; Central region trails behind.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503920" y="1371600"/>
            <a:ext cx="2286000" cy="2103120"/>
          </a:xfrm>
          <a:prstGeom prst="roundRect">
            <a:avLst>
              <a:gd name="adj" fmla="val 3478"/>
            </a:avLst>
          </a:prstGeom>
          <a:solidFill>
            <a:srgbClr val="97BC6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41080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641080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41080" y="26060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in total sales over Furniture and Office Supplies.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dashboard reveals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416052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grew steadily from 2014, with a sharp rise heading into 2017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East regions together drive the majority of profit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outsells Furniture and Office Supplies, but margins should be checked per category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Date-range and category slicers let stakeholders drill into any time period or product line instantly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&amp; Learnings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411480" cy="4114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144475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&amp; cleaned data in Power Query (locale fixes, dedup, type correction)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176272"/>
            <a:ext cx="411480" cy="4114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157984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DAX measures: Total Sales, Total Profit, Profit Margin %, Total Orders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889504"/>
            <a:ext cx="411480" cy="4114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89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871216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visuals: KPI cards, time-series trend, category &amp; regional bar charts, map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602736"/>
            <a:ext cx="411480" cy="4114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02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58444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interactivity with Region, Category, and Order Date slicers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315968"/>
            <a:ext cx="411480" cy="4114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315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429768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 consistent green color theme across all visuals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5394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Combining clean data, focused KPIs, and interactive filters turns raw sales records into a tool stakeholders can actually use for decisions.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&amp; Profit Dashboard</dc:title>
  <dc:subject>PptxGenJS Presentation</dc:subject>
  <dc:creator>Data Analyst Intern</dc:creator>
  <cp:lastModifiedBy>Data Analyst Intern</cp:lastModifiedBy>
  <cp:revision>1</cp:revision>
  <dcterms:created xsi:type="dcterms:W3CDTF">2026-06-19T08:12:42Z</dcterms:created>
  <dcterms:modified xsi:type="dcterms:W3CDTF">2026-06-19T08:12:42Z</dcterms:modified>
</cp:coreProperties>
</file>